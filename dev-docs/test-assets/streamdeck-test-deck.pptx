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Layout">
    <p:spTree>
      <p:nvGrpSpPr>
        <p:cNvPr id="1" name=""/>
        <p:cNvGrpSpPr/>
        <p:nvPr/>
      </p:nvGrpSpPr>
      <p:grpSpPr/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<Relationship Id="rId1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2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StreamDeck Test Deck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sample presentation for testing deck import.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Overview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 presentation control from the Controller window</a:t>
            </a:r>
          </a:p>
          <a:p>
            <a:r>
              <a:t>Multi-camera production (Phase 2, not yet built)</a:t>
            </a:r>
          </a:p>
          <a:p>
            <a:r>
              <a:t>One-click live streaming egress (Phase 4, not yet built)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</a:t>
            </a:r>
          </a:p>
        </p:txBody>
      </p:sp>
      <p:sp>
        <p:nvSpPr>
          <p:cNvPr id="3" name="Body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>
                <a:latin typeface="Consolas"/>
              </a:rPr>
              <a:t>fn main() { println!("Hello, StreamDeck!"); 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Slide</a:t>
            </a:r>
          </a:p>
        </p:txBody>
      </p:sp>
      <p:pic>
        <p:nvPicPr>
          <p:cNvPr id="5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000000" y="2000000"/>
            <a:ext cx="4000000" cy="2400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Unsupported Layout Demo</a:t>
            </a:r>
          </a:p>
        </p:txBody>
      </p:sp>
      <p:sp>
        <p:nvSpPr>
          <p:cNvPr id="4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uses a subtitle placeholder StreamDeck does not classify as body text.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treamDeck Test Theme">
  <a:themeElements>
    <a:clrScheme name="StreamDeck">
      <a:dk1>
        <a:sysClr val="windowText" lastClr="000000"/>
      </a:dk1>
      <a:lt1>
        <a:sysClr val="window" lastClr="FFFFFF"/>
      </a:lt1>
      <a:dk2>
        <a:srgbClr val="1F2937"/>
      </a:dk2>
      <a:lt2>
        <a:srgbClr val="E5E7EB"/>
      </a:lt2>
      <a:accent1>
        <a:srgbClr val="2563EB"/>
      </a:accent1>
      <a:accent2>
        <a:srgbClr val="7C3AED"/>
      </a:accent2>
      <a:accent3>
        <a:srgbClr val="059669"/>
      </a:accent3>
      <a:accent4>
        <a:srgbClr val="D97706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StreamDeck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tream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StreamDeck Test Generator</Application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StreamDeck Test Deck</dc:title>
  <dc:creator>StreamDeck</dc:creator>
</cp:coreProperties>
</file>